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Defines a software layer that connects applications, databases and services</a:t>
            </a:r>
          </a:p>
          <a:p>
            <a:pPr/>
            <a:r>
              <a:t>Hides the differences between platforms</a:t>
            </a:r>
          </a:p>
          <a:p>
            <a:pPr/>
            <a:r>
              <a:t>Enables communication between distributed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Message-Oriented Middleware</a:t>
            </a:r>
          </a:p>
          <a:p>
            <a:pPr lvl="1"/>
            <a:r>
              <a:t>Sends messages between applications using queues</a:t>
            </a:r>
          </a:p>
          <a:p>
            <a:pPr/>
            <a:r>
              <a:t>Remote Procedure Call</a:t>
            </a:r>
          </a:p>
          <a:p>
            <a:pPr lvl="1"/>
            <a:r>
              <a:t>Lets a program call a function on another computer</a:t>
            </a:r>
          </a:p>
          <a:p>
            <a:pPr/>
            <a:r>
              <a:t>Object Request Broker</a:t>
            </a:r>
          </a:p>
          <a:p>
            <a:pPr lvl="1"/>
            <a:r>
              <a:t>Allows objects on different systems to communicate</a:t>
            </a:r>
          </a:p>
          <a:p>
            <a:pPr/>
            <a:r>
              <a:t>Enterprise Service Bus</a:t>
            </a:r>
          </a:p>
          <a:p>
            <a:pPr lvl="1"/>
            <a:r>
              <a:t>Routes and transforms messages between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Point-to-point – each message is delivered to exactly one receiver</a:t>
            </a:r>
          </a:p>
          <a:p>
            <a:pPr/>
            <a:r>
              <a:t>Publish/subscribe – each message is delivered to every subscriber of a topic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Service-Oriented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Improves reusability of services</a:t>
            </a:r>
          </a:p>
          <a:p>
            <a:pPr/>
            <a:r>
              <a:t>Reduces integration costs</a:t>
            </a:r>
          </a:p>
          <a:p>
            <a:pPr/>
            <a:r>
              <a:t>Supports loose coupling between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HTTP – transfers web pages and API requests</a:t>
            </a:r>
          </a:p>
          <a:p>
            <a:pPr/>
            <a:r>
              <a:t>SOAP – exchanges XML messages between web services</a:t>
            </a:r>
          </a:p>
          <a:p>
            <a:pPr/>
            <a:r>
              <a:t>AMQP – carries messages between applications and message brokers</a:t>
            </a:r>
          </a:p>
          <a:p>
            <a:pPr/>
            <a:r>
              <a:t>MQTT – sends lightweight messages between IoT devices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