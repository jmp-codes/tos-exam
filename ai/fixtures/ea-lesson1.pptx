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1: Advanced Enterprise Architecture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Integration and Architecture 2</a:t>
            </a:r>
          </a:p>
          <a:p>
            <a:r>
              <a:t>Learning Objectives</a:t>
            </a:r>
          </a:p>
          <a:p>
            <a:r>
              <a:t>Explain the purpose of enterprise architecture</a:t>
            </a:r>
          </a:p>
          <a:p>
            <a:r>
              <a:t>Describe the four EA domains</a:t>
            </a:r>
          </a:p>
          <a:p>
            <a:r>
              <a:t>Compare common EA frameworks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Enterprise Architecture?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Architecture (EA) is a discipline for aligning an organization's business strategy with its information technology.</a:t>
            </a:r>
          </a:p>
          <a:p>
            <a:r>
              <a:t>EA provides a blueprint of the current state and the target state of the organization.</a:t>
            </a:r>
          </a:p>
          <a:p>
            <a:r>
              <a:t>It guides decision-making for IT investments.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Four EA Domains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Architecture – defines the business strategy, governance, organization and key business processes</a:t>
            </a:r>
          </a:p>
          <a:p>
            <a:r>
              <a:t>Data Architecture – describes the structure of an organization's logical and physical data assets</a:t>
            </a:r>
          </a:p>
          <a:p>
            <a:r>
              <a:t>Application Architecture – provides a blueprint for the individual applications to be deployed and their interactions</a:t>
            </a:r>
          </a:p>
          <a:p>
            <a:r>
              <a:t>Technology Architecture – describes the hardware, software and network infrastructure needed to support the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Architecture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TOGAF: an open framework developed by The Open Group that uses the Architecture Development Method</a:t>
            </a:r>
          </a:p>
          <a:p>
            <a:r>
              <a:t>Zachman Framework: a two-dimensional classification schema that organizes architecture artifacts by perspective and question</a:t>
            </a:r>
          </a:p>
          <a:p>
            <a:r>
              <a:t>FEAF: the Federal Enterprise Architecture Framework used by United States government agencies</a:t>
            </a:r>
          </a:p>
          <a:p>
            <a:r>
              <a:t>Gartner Methodology: a practical approach that focuses on business 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Phases of the TOGAF ADM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Preliminary Phase</a:t>
            </a:r>
          </a:p>
          <a:p>
            <a:r>
              <a:t>Architecture Vision</a:t>
            </a:r>
          </a:p>
          <a:p>
            <a:r>
              <a:t>Business Architecture</a:t>
            </a:r>
          </a:p>
          <a:p>
            <a:r>
              <a:t>Information Systems Architecture</a:t>
            </a:r>
          </a:p>
          <a:p>
            <a:r>
              <a:t>Technology Architecture</a:t>
            </a:r>
          </a:p>
          <a:p>
            <a:r>
              <a:t>Opportunities and Solutions</a:t>
            </a:r>
          </a:p>
          <a:p>
            <a:r>
              <a:t>Migration Planning</a:t>
            </a:r>
          </a:p>
          <a:p>
            <a:r>
              <a:t>Implementation Governance</a:t>
            </a:r>
          </a:p>
          <a:p>
            <a:r>
              <a:t>Architecture Change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Enterprise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Reduces duplication of systems and data</a:t>
            </a:r>
          </a:p>
          <a:p>
            <a:r>
              <a:t>Improves alignment between business and IT</a:t>
            </a:r>
          </a:p>
          <a:p>
            <a:r>
              <a:t>Lowers IT costs</a:t>
            </a:r>
          </a:p>
          <a:p>
            <a:r>
              <a:t>Speeds up decision-making</a:t>
            </a:r>
          </a:p>
          <a:p>
            <a:r>
              <a:t>Supports regulatory compliance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EA Adoption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Lack of executive support leads to failed EA programs</a:t>
            </a:r>
          </a:p>
          <a:p>
            <a:r>
              <a:t>Poor communication between business and IT causes misaligned solutions</a:t>
            </a:r>
          </a:p>
          <a:p>
            <a:r>
              <a:t>EA teams may produce documents that nobody uses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 and Target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current state (as-is) describes how the organization works today.</a:t>
            </a:r>
          </a:p>
          <a:p>
            <a:r>
              <a:t>The target state (to-be) describes how the organization should work in the future.</a:t>
            </a:r>
          </a:p>
          <a:p>
            <a:r>
              <a:t>A gap analysis is used to identify the differences between the current state and the target state.</a:t>
            </a:r>
          </a:p>
          <a:p>
            <a:r>
              <a:t>A roadmap is a plan that sequences the projects needed to reach the target state.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Stakeholder – a person or group with an interest in the architecture</a:t>
            </a:r>
          </a:p>
          <a:p>
            <a:r>
              <a:t>Artifact – a work product such as a diagram, model or document</a:t>
            </a:r>
          </a:p>
          <a:p>
            <a:r>
              <a:t>Viewpoint – a specification of the conventions for constructing a view</a:t>
            </a:r>
          </a:p>
          <a:p>
            <a:r>
              <a:t>Governance – the practice of ensuring that architecture decisions are followed</a:t>
            </a:r>
          </a:p>
          <a:p>
            <a:r>
              <a:t>Capability – an ability that an organization possesses to achieve a specific purpose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 aligns business and IT</a:t>
            </a:r>
          </a:p>
          <a:p>
            <a:r>
              <a:t>The four domains are business, data, application and technology</a:t>
            </a:r>
          </a:p>
          <a:p>
            <a:r>
              <a:t>TOGAF, Zachman, FEAF and Gartner are common frameworks</a:t>
            </a:r>
          </a:p>
          <a:p>
            <a:r>
              <a:t>Gap analysis connects the current state to the target state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